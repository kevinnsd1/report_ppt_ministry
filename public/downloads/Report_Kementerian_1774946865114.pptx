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HAR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41280"/>
            <a:ext cx="6805879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378440"/>
            <a:ext cx="6805879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16168" cy="10515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5916168" y="0"/>
            <a:ext cx="1645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KEMENTERIAN TERATAS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C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Harian, Senin 30 Maret 2026</a:t>
            </a:r>
            <a:endParaRPr lang="en-US" sz="1000" dirty="0"/>
          </a:p>
        </p:txBody>
      </p:sp>
      <p:pic>
        <p:nvPicPr>
          <p:cNvPr id="6" name="Image 0" descr="D:\nolimit\Report_ppt_ministry\public\assets\komdig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81928" y="256032"/>
            <a:ext cx="91440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463040"/>
            <a:ext cx="3429000" cy="8503920"/>
          </a:xfrm>
          <a:prstGeom prst="round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463040"/>
            <a:ext cx="3429000" cy="457200"/>
          </a:xfrm>
          <a:prstGeom prst="roundRect">
            <a:avLst/>
          </a:prstGeom>
          <a:solidFill>
            <a:srgbClr val="0088CC"/>
          </a:solidFill>
          <a:ln/>
        </p:spPr>
      </p:sp>
      <p:sp>
        <p:nvSpPr>
          <p:cNvPr id="9" name="Shape 6"/>
          <p:cNvSpPr/>
          <p:nvPr/>
        </p:nvSpPr>
        <p:spPr>
          <a:xfrm>
            <a:off x="228600" y="1691640"/>
            <a:ext cx="3429000" cy="22860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1508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📱   MEDIA SOSIAL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0040" y="2011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</a:rPr>
              <a:t>Porsi Percakapan Kementerian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2514600"/>
            <a:ext cx="228600" cy="228600"/>
          </a:xfrm>
          <a:prstGeom prst="ellipse">
            <a:avLst/>
          </a:prstGeom>
          <a:solidFill>
            <a:srgbClr val="0088CC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468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Komunikasi dan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Digital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2148840" y="2560320"/>
            <a:ext cx="1005840" cy="22860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15" name="Shape 12"/>
          <p:cNvSpPr/>
          <p:nvPr/>
        </p:nvSpPr>
        <p:spPr>
          <a:xfrm>
            <a:off x="3154680" y="256032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54680" y="256032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6.654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20040" y="3017520"/>
            <a:ext cx="228600" cy="2286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971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Sosial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2148840" y="3063240"/>
            <a:ext cx="412524" cy="2286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Shape 17"/>
          <p:cNvSpPr/>
          <p:nvPr/>
        </p:nvSpPr>
        <p:spPr>
          <a:xfrm>
            <a:off x="2561364" y="306324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1364" y="306324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2.729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040" y="3520440"/>
            <a:ext cx="228600" cy="228600"/>
          </a:xfrm>
          <a:prstGeom prst="ellipse">
            <a:avLst/>
          </a:prstGeom>
          <a:solidFill>
            <a:srgbClr val="343A40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Pariwisata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2148840" y="3566160"/>
            <a:ext cx="112617" cy="228600"/>
          </a:xfrm>
          <a:prstGeom prst="rect">
            <a:avLst/>
          </a:prstGeom>
          <a:solidFill>
            <a:srgbClr val="343A40"/>
          </a:solidFill>
          <a:ln/>
        </p:spPr>
      </p:sp>
      <p:sp>
        <p:nvSpPr>
          <p:cNvPr id="25" name="Shape 22"/>
          <p:cNvSpPr/>
          <p:nvPr/>
        </p:nvSpPr>
        <p:spPr>
          <a:xfrm>
            <a:off x="2261457" y="356616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61457" y="35661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745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0040" y="4023360"/>
            <a:ext cx="228600" cy="228600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Sekretariat Negara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2148840" y="4069080"/>
            <a:ext cx="52302" cy="22860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0" name="Shape 27"/>
          <p:cNvSpPr/>
          <p:nvPr/>
        </p:nvSpPr>
        <p:spPr>
          <a:xfrm>
            <a:off x="2201142" y="406908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01142" y="406908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346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20040" y="4526280"/>
            <a:ext cx="228600" cy="22860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Pertanian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2148840" y="4572000"/>
            <a:ext cx="24337" cy="2286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5" name="Shape 32"/>
          <p:cNvSpPr/>
          <p:nvPr/>
        </p:nvSpPr>
        <p:spPr>
          <a:xfrm>
            <a:off x="2173177" y="457200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73177" y="45720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161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20040" y="50749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99999"/>
                </a:solidFill>
              </a:rPr>
              <a:t>*Porsi percakapan dari 5 Kementerian dengan Pemberitaan tertinggi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411480" y="5440680"/>
            <a:ext cx="3063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5623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</a:rPr>
              <a:t>Sorotan MEDIA SOSIAL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365760" y="6080760"/>
            <a:ext cx="320040" cy="320040"/>
          </a:xfrm>
          <a:prstGeom prst="ellipse">
            <a:avLst/>
          </a:prstGeom>
          <a:solidFill>
            <a:srgbClr val="0088CC"/>
          </a:solidFill>
          <a:ln/>
        </p:spPr>
      </p:sp>
      <p:sp>
        <p:nvSpPr>
          <p:cNvPr id="41" name="Text 38"/>
          <p:cNvSpPr/>
          <p:nvPr/>
        </p:nvSpPr>
        <p:spPr>
          <a:xfrm>
            <a:off x="777240" y="60350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KEMKOMDIGI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77240" y="6217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Postingan serta komentar publik terkait Kemkomdigi resmi memberlakukan pembatasan medsos anak mulai 28 Maret 2026.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337560" y="6172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365760" y="6766560"/>
            <a:ext cx="320040" cy="32004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45" name="Text 42"/>
          <p:cNvSpPr/>
          <p:nvPr/>
        </p:nvSpPr>
        <p:spPr>
          <a:xfrm>
            <a:off x="777240" y="67208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KEMENSOS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77240" y="6903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Pemerintah melalui Kemensos menyalurkan bansos PKH.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337560" y="68580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365760" y="7452360"/>
            <a:ext cx="320040" cy="320040"/>
          </a:xfrm>
          <a:prstGeom prst="ellipse">
            <a:avLst/>
          </a:prstGeom>
          <a:solidFill>
            <a:srgbClr val="343A40"/>
          </a:solidFill>
          <a:ln/>
        </p:spPr>
      </p:sp>
      <p:sp>
        <p:nvSpPr>
          <p:cNvPr id="49" name="Text 46"/>
          <p:cNvSpPr/>
          <p:nvPr/>
        </p:nvSpPr>
        <p:spPr>
          <a:xfrm>
            <a:off x="777240" y="74066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KEMENPAR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77240" y="7589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Warganet men-tag Kemenpar terkait harga tiket objek wisata yang mencekik di libur lebaran.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3337560" y="7543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365760" y="8138160"/>
            <a:ext cx="320040" cy="320040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53" name="Text 50"/>
          <p:cNvSpPr/>
          <p:nvPr/>
        </p:nvSpPr>
        <p:spPr>
          <a:xfrm>
            <a:off x="777240" y="8092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KEMENSETNEG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77240" y="8275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Kemensetneg mengamplifikasi dokumentasi kegiatan aparatur negara selama sepekan.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3337560" y="8229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365760" y="8823960"/>
            <a:ext cx="320040" cy="3200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57" name="Text 54"/>
          <p:cNvSpPr/>
          <p:nvPr/>
        </p:nvSpPr>
        <p:spPr>
          <a:xfrm>
            <a:off x="777240" y="87782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KEMENTAN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777240" y="8961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Kementan mendukung inovasi penyimpanan pangan BRIN and BULOG.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3337560" y="8915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3794760" y="1463040"/>
            <a:ext cx="3429000" cy="8503920"/>
          </a:xfrm>
          <a:prstGeom prst="roundRect">
            <a:avLst/>
          </a:prstGeom>
          <a:solidFill>
            <a:srgbClr val="F8F9FA"/>
          </a:solidFill>
          <a:ln/>
        </p:spPr>
      </p:sp>
      <p:sp>
        <p:nvSpPr>
          <p:cNvPr id="61" name="Shape 58"/>
          <p:cNvSpPr/>
          <p:nvPr/>
        </p:nvSpPr>
        <p:spPr>
          <a:xfrm>
            <a:off x="3794760" y="1463040"/>
            <a:ext cx="3429000" cy="457200"/>
          </a:xfrm>
          <a:prstGeom prst="roundRect">
            <a:avLst/>
          </a:prstGeom>
          <a:solidFill>
            <a:srgbClr val="003366"/>
          </a:solidFill>
          <a:ln/>
        </p:spPr>
      </p:sp>
      <p:sp>
        <p:nvSpPr>
          <p:cNvPr id="62" name="Shape 59"/>
          <p:cNvSpPr/>
          <p:nvPr/>
        </p:nvSpPr>
        <p:spPr>
          <a:xfrm>
            <a:off x="3794760" y="1691640"/>
            <a:ext cx="3429000" cy="2286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3" name="Text 60"/>
          <p:cNvSpPr/>
          <p:nvPr/>
        </p:nvSpPr>
        <p:spPr>
          <a:xfrm>
            <a:off x="3977640" y="1508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 MEDIA ONLINE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3886200" y="2011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</a:rPr>
              <a:t>Porsi Pemberitaan Kementerian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3886200" y="2514600"/>
            <a:ext cx="228600" cy="228600"/>
          </a:xfrm>
          <a:prstGeom prst="ellipse">
            <a:avLst/>
          </a:prstGeom>
          <a:solidFill>
            <a:srgbClr val="0088CC"/>
          </a:solidFill>
          <a:ln/>
        </p:spPr>
      </p:sp>
      <p:sp>
        <p:nvSpPr>
          <p:cNvPr id="66" name="Text 63"/>
          <p:cNvSpPr/>
          <p:nvPr/>
        </p:nvSpPr>
        <p:spPr>
          <a:xfrm>
            <a:off x="4206240" y="2468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Komunikasi dan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Digital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5715000" y="2560320"/>
            <a:ext cx="1005840" cy="22860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68" name="Shape 65"/>
          <p:cNvSpPr/>
          <p:nvPr/>
        </p:nvSpPr>
        <p:spPr>
          <a:xfrm>
            <a:off x="6720840" y="256032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720840" y="256032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250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3886200" y="3017520"/>
            <a:ext cx="228600" cy="2286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71" name="Text 68"/>
          <p:cNvSpPr/>
          <p:nvPr/>
        </p:nvSpPr>
        <p:spPr>
          <a:xfrm>
            <a:off x="4206240" y="2971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Sosial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5715000" y="3063240"/>
            <a:ext cx="744322" cy="2286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3" name="Shape 70"/>
          <p:cNvSpPr/>
          <p:nvPr/>
        </p:nvSpPr>
        <p:spPr>
          <a:xfrm>
            <a:off x="6459322" y="306324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459322" y="306324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185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3886200" y="3520440"/>
            <a:ext cx="228600" cy="22860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76" name="Text 73"/>
          <p:cNvSpPr/>
          <p:nvPr/>
        </p:nvSpPr>
        <p:spPr>
          <a:xfrm>
            <a:off x="420624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Kesehatan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5715000" y="3566160"/>
            <a:ext cx="700065" cy="2286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8" name="Shape 75"/>
          <p:cNvSpPr/>
          <p:nvPr/>
        </p:nvSpPr>
        <p:spPr>
          <a:xfrm>
            <a:off x="6415065" y="356616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15065" y="35661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174</a:t>
            </a:r>
            <a:endParaRPr lang="en-US" sz="800" dirty="0"/>
          </a:p>
        </p:txBody>
      </p:sp>
      <p:pic>
        <p:nvPicPr>
          <p:cNvPr id="8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4023360"/>
            <a:ext cx="228600" cy="228600"/>
          </a:xfrm>
          <a:prstGeom prst="rect">
            <a:avLst/>
          </a:prstGeom>
        </p:spPr>
      </p:pic>
      <p:sp>
        <p:nvSpPr>
          <p:cNvPr id="81" name="Text 77"/>
          <p:cNvSpPr/>
          <p:nvPr/>
        </p:nvSpPr>
        <p:spPr>
          <a:xfrm>
            <a:off x="4206240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Agama</a:t>
            </a:r>
            <a:endParaRPr lang="en-US" sz="700" dirty="0"/>
          </a:p>
        </p:txBody>
      </p:sp>
      <p:sp>
        <p:nvSpPr>
          <p:cNvPr id="82" name="Shape 78"/>
          <p:cNvSpPr/>
          <p:nvPr/>
        </p:nvSpPr>
        <p:spPr>
          <a:xfrm>
            <a:off x="5715000" y="4069080"/>
            <a:ext cx="655808" cy="2286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3" name="Shape 79"/>
          <p:cNvSpPr/>
          <p:nvPr/>
        </p:nvSpPr>
        <p:spPr>
          <a:xfrm>
            <a:off x="6370808" y="406908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6370808" y="406908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163</a:t>
            </a:r>
            <a:endParaRPr lang="en-US" sz="800" dirty="0"/>
          </a:p>
        </p:txBody>
      </p:sp>
      <p:sp>
        <p:nvSpPr>
          <p:cNvPr id="85" name="Shape 81"/>
          <p:cNvSpPr/>
          <p:nvPr/>
        </p:nvSpPr>
        <p:spPr>
          <a:xfrm>
            <a:off x="3886200" y="4526280"/>
            <a:ext cx="228600" cy="2286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86" name="Text 82"/>
          <p:cNvSpPr/>
          <p:nvPr/>
        </p:nvSpPr>
        <p:spPr>
          <a:xfrm>
            <a:off x="420624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Kementerian Pekerjaan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Umum</a:t>
            </a:r>
            <a:endParaRPr lang="en-US" sz="700" dirty="0"/>
          </a:p>
        </p:txBody>
      </p:sp>
      <p:sp>
        <p:nvSpPr>
          <p:cNvPr id="87" name="Shape 83"/>
          <p:cNvSpPr/>
          <p:nvPr/>
        </p:nvSpPr>
        <p:spPr>
          <a:xfrm>
            <a:off x="5715000" y="4572000"/>
            <a:ext cx="615574" cy="2286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88" name="Shape 84"/>
          <p:cNvSpPr/>
          <p:nvPr/>
        </p:nvSpPr>
        <p:spPr>
          <a:xfrm>
            <a:off x="6330574" y="4572000"/>
            <a:ext cx="4114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6330574" y="45720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153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3886200" y="50749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99999"/>
                </a:solidFill>
              </a:rPr>
              <a:t>*Porsi percakapan dari 5 Kementerian dengan Pemberitaan tertinggi</a:t>
            </a:r>
            <a:endParaRPr lang="en-US" sz="700" dirty="0"/>
          </a:p>
        </p:txBody>
      </p:sp>
      <p:sp>
        <p:nvSpPr>
          <p:cNvPr id="91" name="Shape 87"/>
          <p:cNvSpPr/>
          <p:nvPr/>
        </p:nvSpPr>
        <p:spPr>
          <a:xfrm>
            <a:off x="3977640" y="5440680"/>
            <a:ext cx="3063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3886200" y="5623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366"/>
                </a:solidFill>
              </a:rPr>
              <a:t>Sorotan MEDIA ONLINE</a:t>
            </a:r>
            <a:endParaRPr lang="en-US" sz="1300" dirty="0"/>
          </a:p>
        </p:txBody>
      </p:sp>
      <p:sp>
        <p:nvSpPr>
          <p:cNvPr id="93" name="Shape 89"/>
          <p:cNvSpPr/>
          <p:nvPr/>
        </p:nvSpPr>
        <p:spPr>
          <a:xfrm>
            <a:off x="3931920" y="6080760"/>
            <a:ext cx="320040" cy="320040"/>
          </a:xfrm>
          <a:prstGeom prst="ellipse">
            <a:avLst/>
          </a:prstGeom>
          <a:solidFill>
            <a:srgbClr val="0088CC"/>
          </a:solidFill>
          <a:ln/>
        </p:spPr>
      </p:sp>
      <p:sp>
        <p:nvSpPr>
          <p:cNvPr id="94" name="Text 90"/>
          <p:cNvSpPr/>
          <p:nvPr/>
        </p:nvSpPr>
        <p:spPr>
          <a:xfrm>
            <a:off x="4343400" y="60350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KEMKOMDIGI</a:t>
            </a:r>
            <a:endParaRPr lang="en-US" sz="1000" dirty="0"/>
          </a:p>
        </p:txBody>
      </p:sp>
      <p:sp>
        <p:nvSpPr>
          <p:cNvPr id="95" name="Text 91"/>
          <p:cNvSpPr/>
          <p:nvPr/>
        </p:nvSpPr>
        <p:spPr>
          <a:xfrm>
            <a:off x="4343400" y="6217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Kemkomdigi resmi memberlakukan pembatasan medsos anak mulai 28 Maret 2026.</a:t>
            </a:r>
            <a:endParaRPr lang="en-US" sz="900" dirty="0"/>
          </a:p>
        </p:txBody>
      </p:sp>
      <p:sp>
        <p:nvSpPr>
          <p:cNvPr id="96" name="Text 92"/>
          <p:cNvSpPr/>
          <p:nvPr/>
        </p:nvSpPr>
        <p:spPr>
          <a:xfrm>
            <a:off x="6903720" y="6172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  <p:sp>
        <p:nvSpPr>
          <p:cNvPr id="97" name="Shape 93"/>
          <p:cNvSpPr/>
          <p:nvPr/>
        </p:nvSpPr>
        <p:spPr>
          <a:xfrm>
            <a:off x="3931920" y="6766560"/>
            <a:ext cx="320040" cy="32004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98" name="Text 94"/>
          <p:cNvSpPr/>
          <p:nvPr/>
        </p:nvSpPr>
        <p:spPr>
          <a:xfrm>
            <a:off x="4343400" y="67208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KEMENSOS</a:t>
            </a:r>
            <a:endParaRPr lang="en-US" sz="1000" dirty="0"/>
          </a:p>
        </p:txBody>
      </p:sp>
      <p:sp>
        <p:nvSpPr>
          <p:cNvPr id="99" name="Text 95"/>
          <p:cNvSpPr/>
          <p:nvPr/>
        </p:nvSpPr>
        <p:spPr>
          <a:xfrm>
            <a:off x="4343400" y="69037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Pemda Tapanuli Utara menyerahkan bantuan bagi penyintas bencana Sumatra.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6903720" y="68580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  <p:sp>
        <p:nvSpPr>
          <p:cNvPr id="101" name="Shape 97"/>
          <p:cNvSpPr/>
          <p:nvPr/>
        </p:nvSpPr>
        <p:spPr>
          <a:xfrm>
            <a:off x="3931920" y="7452360"/>
            <a:ext cx="320040" cy="32004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02" name="Text 98"/>
          <p:cNvSpPr/>
          <p:nvPr/>
        </p:nvSpPr>
        <p:spPr>
          <a:xfrm>
            <a:off x="4343400" y="74066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KEMENKES</a:t>
            </a:r>
            <a:endParaRPr lang="en-US" sz="1000" dirty="0"/>
          </a:p>
        </p:txBody>
      </p:sp>
      <p:sp>
        <p:nvSpPr>
          <p:cNvPr id="103" name="Text 99"/>
          <p:cNvSpPr/>
          <p:nvPr/>
        </p:nvSpPr>
        <p:spPr>
          <a:xfrm>
            <a:off x="4343400" y="7589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Kemenkes akan evaluasi implementasi PP Tunas terhadap mental anak.</a:t>
            </a:r>
            <a:endParaRPr lang="en-US" sz="900" dirty="0"/>
          </a:p>
        </p:txBody>
      </p:sp>
      <p:sp>
        <p:nvSpPr>
          <p:cNvPr id="104" name="Text 100"/>
          <p:cNvSpPr/>
          <p:nvPr/>
        </p:nvSpPr>
        <p:spPr>
          <a:xfrm>
            <a:off x="6903720" y="7543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  <p:pic>
        <p:nvPicPr>
          <p:cNvPr id="10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31920" y="8138160"/>
            <a:ext cx="320040" cy="320040"/>
          </a:xfrm>
          <a:prstGeom prst="rect">
            <a:avLst/>
          </a:prstGeom>
        </p:spPr>
      </p:pic>
      <p:sp>
        <p:nvSpPr>
          <p:cNvPr id="106" name="Text 101"/>
          <p:cNvSpPr/>
          <p:nvPr/>
        </p:nvSpPr>
        <p:spPr>
          <a:xfrm>
            <a:off x="4343400" y="8092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KEMENAG</a:t>
            </a:r>
            <a:endParaRPr lang="en-US" sz="1000" dirty="0"/>
          </a:p>
        </p:txBody>
      </p:sp>
      <p:sp>
        <p:nvSpPr>
          <p:cNvPr id="107" name="Text 102"/>
          <p:cNvSpPr/>
          <p:nvPr/>
        </p:nvSpPr>
        <p:spPr>
          <a:xfrm>
            <a:off x="4343400" y="8275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Kemenag memperkuat literasi digital di Pesantren dan Madrasah setelah PP Tunas mulai berlaku.</a:t>
            </a:r>
            <a:endParaRPr lang="en-US" sz="900" dirty="0"/>
          </a:p>
        </p:txBody>
      </p:sp>
      <p:sp>
        <p:nvSpPr>
          <p:cNvPr id="108" name="Text 103"/>
          <p:cNvSpPr/>
          <p:nvPr/>
        </p:nvSpPr>
        <p:spPr>
          <a:xfrm>
            <a:off x="6903720" y="8229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  <p:sp>
        <p:nvSpPr>
          <p:cNvPr id="109" name="Shape 104"/>
          <p:cNvSpPr/>
          <p:nvPr/>
        </p:nvSpPr>
        <p:spPr>
          <a:xfrm>
            <a:off x="3931920" y="8823960"/>
            <a:ext cx="320040" cy="32004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10" name="Text 105"/>
          <p:cNvSpPr/>
          <p:nvPr/>
        </p:nvSpPr>
        <p:spPr>
          <a:xfrm>
            <a:off x="4343400" y="87782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KEM PU</a:t>
            </a:r>
            <a:endParaRPr lang="en-US" sz="1000" dirty="0"/>
          </a:p>
        </p:txBody>
      </p:sp>
      <p:sp>
        <p:nvSpPr>
          <p:cNvPr id="111" name="Text 106"/>
          <p:cNvSpPr/>
          <p:nvPr/>
        </p:nvSpPr>
        <p:spPr>
          <a:xfrm>
            <a:off x="4343400" y="8961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Menteri PU menyiapkan strategi untuk hadapi kemarau panjang jaga ketahanan pangan.</a:t>
            </a:r>
            <a:endParaRPr lang="en-US" sz="900" dirty="0"/>
          </a:p>
        </p:txBody>
      </p:sp>
      <p:sp>
        <p:nvSpPr>
          <p:cNvPr id="112" name="Text 107"/>
          <p:cNvSpPr/>
          <p:nvPr/>
        </p:nvSpPr>
        <p:spPr>
          <a:xfrm>
            <a:off x="6903720" y="8915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88CC"/>
                </a:solidFill>
              </a:rPr>
              <a:t>🔗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2026-03-31T08:47:45Z</dcterms:created>
  <dcterms:modified xsi:type="dcterms:W3CDTF">2026-03-31T08:47:45Z</dcterms:modified>
</cp:coreProperties>
</file>